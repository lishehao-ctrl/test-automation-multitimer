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8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7F4AE-5833-1B83-EBCC-24683B6B0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CF24C1-0472-CB0D-759A-BC173135C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F33367-94BD-625C-C65B-CA1E4740D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3094A-55DC-C22A-DA54-7CD4EE665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FA76AD-163D-D74D-D0C5-19BA6F283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365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B6664-9B3D-7ADB-CBB5-8CA95CE35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BC0FCE-EB73-E240-067E-1E18B10B6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5BF93-A767-4933-5FBE-8F1E72DC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4C6B62-DFEF-5D11-34B4-0ECFB8942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A93E76-876E-C1C4-1428-99A69667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75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D1355-E95D-691F-E54E-D30D43362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A22D49-6F56-CC7A-F21B-0EF3125DD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B2069F-2C2B-1A63-187D-DC27EFA6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692E5-2D03-6FF0-627D-CE8AF8D8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64AC1-CC43-4ACE-BB92-6C07FE27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56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1C173-A2F2-43B6-0B92-2DC66C45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62C0BF-CD4F-2F26-3287-D809AD83F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C2EAA5-2D82-9838-EAC5-83B0A5705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9DACB-A40B-3075-7A0A-D85F74F9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CFC2E3-6686-305E-A5B8-45CBD820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277989-A694-8448-3E7A-E87FBB20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31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5D9B1-B523-C69C-D7A0-47485FA5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EDAA0E-F0D1-062E-43AA-6F206AF6E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A970FF-FACB-8398-5B01-EFDE8971F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0C0E7F-1583-4C1A-A2BA-20660926C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AE80CB-9D61-CDB0-0907-415234087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2F6C8B-9CBB-EE8A-120D-6F0B2F84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8E4484-0640-98A5-D1E4-22F4331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30E9DA-6771-7724-9560-B353A42A6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50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D29E4-628A-2C7F-3F55-EC90317F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B257F2-6856-5DA7-110B-44721835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609F8A-180E-95BC-DE38-CF980B74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46D17A-D787-7E1E-0932-9519DE7A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783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8F3808-B0B9-9738-CA51-B3879D6E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F3FA14-74E0-A4BB-1A10-328E91ACB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FD9410-CB47-BDC1-78B1-13BB3FF4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0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C7067-B83C-1554-1143-6D8F0A259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2D6C6E-C55A-6E7F-F271-B246611B2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89ECF7-4B84-6C19-3D38-C5AD0C522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14BD7F-21C6-21F2-E423-BEADAC08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A98F7A-7344-675B-BD1B-D4C011F1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FDE82D-8CAF-F81F-60B6-EAFFA2D39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708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0F917-E06B-BB61-E297-8752BF5A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C20F8B-5CA2-F88E-5536-52EA373070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129850-1D32-9965-A48E-AF2A2788D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614C7F-ACDA-CD2A-5F46-F5F94973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EA3BFE-F598-8F8C-0387-42871402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A7B489-C5A1-1912-A7FD-527A5277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107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E8AF12-8948-BB32-71E2-8C069CF98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6400F7-43CE-C8CB-B61A-72A6CE1E1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1FA066-12BE-2735-C3FD-B56BFEBC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EF4912-41C4-2BDD-9793-69CF6B5FA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D844DF-EE40-6095-AAA2-17300BF7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18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E05486-F732-4016-C8E2-1DDC0720E0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E4BA63-5C1D-E41B-C701-5FB296870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A76A0D-4319-8BEA-FC01-30DDF5E2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292B56-F047-4CD3-FDAF-939B5F2DC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EEEC96-FA5C-89D8-1ED7-D1B74129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00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72D4F4-1C1C-FFF3-85E9-98D7356F4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7502CF-FA2D-BB1B-B79F-D5D9EEFEE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84A2CE-EE16-0FF8-C513-4769F6BF64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95C3D-1880-42D4-A2C2-15770A13A56B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B5394-DD1C-5B2E-57B6-D9DFBB240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A2E2AC-6B9F-E0EF-2E88-605DFBEBD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FD713-FF04-4E62-A0A6-DD3278CF0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40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169BA-7156-A04B-3D5C-A6BD7C468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5126"/>
            <a:ext cx="9144000" cy="2387600"/>
          </a:xfrm>
        </p:spPr>
        <p:txBody>
          <a:bodyPr/>
          <a:lstStyle/>
          <a:p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针对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ks34461a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自动测试脚本的问题回顾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C78625-BAB3-0FAB-7E1B-6D4D39097F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71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2372C-DE95-2700-AD7B-FC254BC33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开发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目标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D5F7A9-A77D-1C03-1407-4156C41F4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目标：编写针对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ks34461a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的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py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自动测试脚本​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F2329"/>
                </a:solidFill>
                <a:latin typeface="Inter"/>
              </a:rPr>
              <a:t>要求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：实现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usb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及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lan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两种连接模式的数据采集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功能，并且以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mat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的格式输出数据​</a:t>
            </a:r>
          </a:p>
        </p:txBody>
      </p:sp>
    </p:spTree>
    <p:extLst>
      <p:ext uri="{BB962C8B-B14F-4D97-AF65-F5344CB8AC3E}">
        <p14:creationId xmlns:p14="http://schemas.microsoft.com/office/powerpoint/2010/main" val="242088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7141791-D00B-84D2-D3F1-5FE7841D0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758"/>
            <a:ext cx="10515600" cy="1199649"/>
          </a:xfrm>
        </p:spPr>
        <p:txBody>
          <a:bodyPr/>
          <a:lstStyle/>
          <a:p>
            <a:pPr algn="ctr"/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主要问题及解决方法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8AE0C9-07AE-6BAE-BB0A-2AB7885A5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063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B7707-A7A3-8273-8FA0-921F01AC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问题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1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：组件的布局问题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A0A3B-E263-693C-6CEB-A93FE2A57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现象：</a:t>
            </a:r>
            <a:endParaRPr lang="en-US" altLang="zh-CN" b="0" i="0" dirty="0">
              <a:solidFill>
                <a:srgbClr val="1F2329"/>
              </a:solidFill>
              <a:effectLst/>
              <a:latin typeface="Inter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生成组件时出现明显错位等布局错乱​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原因：</a:t>
            </a:r>
            <a:endParaRPr lang="en-US" altLang="zh-CN" b="0" i="0" dirty="0">
              <a:solidFill>
                <a:srgbClr val="1F2329"/>
              </a:solidFill>
              <a:effectLst/>
              <a:latin typeface="Inter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对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pack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布局中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side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和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anchor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参数理解偏差、配置错误​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解决方法：​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创建多个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Frame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，设置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anchor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为最左边、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side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为默认（最上边），使框架从上到下排列且左靠齐​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框架内并排组件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side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靠左，实现有序排布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6146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5F316-E79F-2D07-3076-B24DBC07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问题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2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：无线连接模式的问题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76832E-A5CE-7EB3-67DE-11B887CE2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现象：​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开发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lan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模组时出现持续性连接错误​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pyvisa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的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rmlistresources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提供的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visa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地址无法直接用于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openresource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，导致从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ui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导入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visa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地址并打开设备失败​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原因：​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lan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模式对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tek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 visa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适配性差​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替换为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ks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visa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后，存在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socket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lan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连接模式下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visa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地址显示错误问题​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解决方法：​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尝试解决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tek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驱动问题无效​，尝试用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ks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visa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替换默认驱动无效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卸载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tek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和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ks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visa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，下载适配性更高的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ni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visa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9788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40E91-5B99-1070-7736-BDDCA437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问题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3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：用户输入延迟问题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1D69F4-724E-A98C-FCCC-8813F13F1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现象：</a:t>
            </a:r>
            <a:endParaRPr lang="en-US" altLang="zh-CN" b="0" i="0" dirty="0">
              <a:solidFill>
                <a:srgbClr val="1F2329"/>
              </a:solidFill>
              <a:effectLst/>
              <a:latin typeface="Inter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用户输入停止测量指令后，程序需等待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sleep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结束才响应​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原因：</a:t>
            </a:r>
            <a:endParaRPr lang="en-US" altLang="zh-CN" b="0" i="0" dirty="0">
              <a:solidFill>
                <a:srgbClr val="1F2329"/>
              </a:solidFill>
              <a:effectLst/>
              <a:latin typeface="Inter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完整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sleep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使程序完全停止，无法实时检测用户输入​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解决方法：</a:t>
            </a:r>
            <a:endParaRPr lang="en-US" altLang="zh-CN" b="0" i="0" dirty="0">
              <a:solidFill>
                <a:srgbClr val="1F2329"/>
              </a:solidFill>
              <a:effectLst/>
              <a:latin typeface="Inter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将每秒睡眠时间分成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100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份，每次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sleep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后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update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，实时检测输入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8425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0A98E-21F4-37E1-8D45-B4F5F8E49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问题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4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：睡眠时间不准确问题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9E858B-B71F-0C59-54E5-E4A0E2417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现象：</a:t>
            </a:r>
            <a:endParaRPr lang="en-US" altLang="zh-CN" b="0" i="0" dirty="0">
              <a:solidFill>
                <a:srgbClr val="1F2329"/>
              </a:solidFill>
              <a:effectLst/>
              <a:latin typeface="Inter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实际测试间隔比用户设想长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1-2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秒​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原因：</a:t>
            </a:r>
            <a:endParaRPr lang="en-US" altLang="zh-CN" b="0" i="0" dirty="0">
              <a:solidFill>
                <a:srgbClr val="1F2329"/>
              </a:solidFill>
              <a:effectLst/>
              <a:latin typeface="Inter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measure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的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query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本身需要时间，导致间隔不符预期​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解决方法：​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分段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sleep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时加入停止条件检查​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根据测试数量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×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睡眠时间，确定每次测试应停止的时间点​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检查程序运行时间是否达设定值</a:t>
            </a:r>
            <a:endParaRPr lang="en-US" altLang="zh-CN" b="0" i="0" dirty="0">
              <a:solidFill>
                <a:srgbClr val="1F2329"/>
              </a:solidFill>
              <a:effectLst/>
              <a:latin typeface="Inter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检查用户是否输入停止指令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8154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F58F1-D492-F78D-CF15-F259489A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问题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5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：测试中误操作导致的问题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33692C-14E4-F9F0-613D-2FFA566CA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现象：​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程序开始测试后再次按开始测试，导致仪器重复打开报错​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开始测试后直接按退出，导致数据未存储就退出​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原因：：</a:t>
            </a:r>
            <a:endParaRPr lang="en-US" altLang="zh-CN" b="0" i="0" dirty="0">
              <a:solidFill>
                <a:srgbClr val="1F2329"/>
              </a:solidFill>
              <a:effectLst/>
              <a:latin typeface="Inter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1F2329"/>
                </a:solidFill>
                <a:latin typeface="Inter"/>
              </a:rPr>
              <a:t>开始测试后，除了停止测试外的不相关控制案件依旧存在，可能导致误操作</a:t>
            </a:r>
            <a:endParaRPr lang="en-US" altLang="zh-CN" b="0" i="0" dirty="0">
              <a:solidFill>
                <a:srgbClr val="1F2329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解决方法：</a:t>
            </a:r>
            <a:endParaRPr lang="en-US" altLang="zh-CN" b="0" i="0" dirty="0">
              <a:solidFill>
                <a:srgbClr val="1F2329"/>
              </a:solidFill>
              <a:effectLst/>
              <a:latin typeface="Inter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点击开始测试后，将不相关的控制按钮（如设置文件保存地址、开始测试、退出程序）用 </a:t>
            </a:r>
            <a:r>
              <a:rPr lang="en-US" altLang="zh-CN" b="0" i="0" dirty="0" err="1">
                <a:solidFill>
                  <a:srgbClr val="1F2329"/>
                </a:solidFill>
                <a:effectLst/>
                <a:latin typeface="Inter"/>
              </a:rPr>
              <a:t>packforget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1F2329"/>
                </a:solidFill>
                <a:effectLst/>
                <a:latin typeface="Inter"/>
              </a:rPr>
              <a:t>隐藏，在测试结束或用户停止测试后再显示。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6769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468</Words>
  <Application>Microsoft Office PowerPoint</Application>
  <PresentationFormat>宽屏</PresentationFormat>
  <Paragraphs>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Inter</vt:lpstr>
      <vt:lpstr>等线</vt:lpstr>
      <vt:lpstr>等线 Light</vt:lpstr>
      <vt:lpstr>Arial</vt:lpstr>
      <vt:lpstr>Office 主题​​</vt:lpstr>
      <vt:lpstr>针对 ks34461a 自动测试脚本的问题回顾</vt:lpstr>
      <vt:lpstr>开发目标</vt:lpstr>
      <vt:lpstr>主要问题及解决方法</vt:lpstr>
      <vt:lpstr>问题 1：组件的布局问题</vt:lpstr>
      <vt:lpstr>问题 2：无线连接模式的问题</vt:lpstr>
      <vt:lpstr>问题 3：用户输入延迟问题</vt:lpstr>
      <vt:lpstr>问题 4：睡眠时间不准确问题</vt:lpstr>
      <vt:lpstr>问题 5：测试中误操作导致的问题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佘昊 李</dc:creator>
  <cp:lastModifiedBy>佘昊 李</cp:lastModifiedBy>
  <cp:revision>3</cp:revision>
  <dcterms:created xsi:type="dcterms:W3CDTF">2025-07-29T05:59:58Z</dcterms:created>
  <dcterms:modified xsi:type="dcterms:W3CDTF">2025-07-29T07:46:57Z</dcterms:modified>
</cp:coreProperties>
</file>